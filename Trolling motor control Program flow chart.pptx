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9" r:id="rId4"/>
    <p:sldId id="260" r:id="rId5"/>
    <p:sldId id="261" r:id="rId6"/>
    <p:sldId id="263" r:id="rId7"/>
    <p:sldId id="264" r:id="rId8"/>
    <p:sldId id="265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9B88-83DE-4C6E-B1D0-706015C79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9CA45-94C4-4774-B29D-514F28D13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25D5-5EBF-4189-BC1F-2A9291DD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A2F7F-0BC5-4BB0-BE0E-7E2BD0E8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0AED-1CA2-4F09-8F9A-7DDECF62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6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DE04-84FF-4472-AC01-78C202CE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3B39-1828-4326-8351-36F6AC3E3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38DE-1589-4628-9901-6707220B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741C2-06F8-40F8-BEC9-9801A37E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C07C3-87A7-4CB1-866A-ED257B2E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6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8F19-97C7-4746-97CB-E4552761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3E1C9-F821-4455-ADAC-B02157A25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5A33-F3CA-47C6-B673-A072B27B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2A317-E8E1-4121-A56D-4AB94185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7AB23-03F9-4929-83EE-B2F6D72E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4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2F2E-714B-40D2-960C-6628BB3A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8A15-4E6E-44AD-8B65-110F2B7DF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924C8-14A2-4F76-84E4-AE18C9A52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6DE42-DF8A-42CF-A45B-C948138C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8A408-3689-47DC-BEBC-B79E152F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6967A-04C1-4C6C-A7C1-2F91D9CB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74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4C48-7017-492F-B9AE-B3A43C55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9AC2F-5666-4C2C-844D-1D35CE4EA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9AFDC-5021-4ABD-ABB9-DDE2B5264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0E003-8F13-42E7-81DF-3CDE69026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87DD57-0A30-4843-A1EA-879A2D86A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3A8887-C212-41F1-A33F-B69C9DE8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D77D51-496A-4D59-A5F0-9D0E9769A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6D4A6-C651-4842-A8DD-59E45242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1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8ED1-207B-48ED-B888-0FDD0ABA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B127D-7F79-4DB0-9553-D735108C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1A5A1-8C4E-4D49-93F0-8207C0A4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573D0-0C7D-4C7A-A3CB-5F84F753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9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83F89-E195-4269-8F69-BDC69428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1361E-E6FE-43C2-827F-ACBDEE75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AA18F-EA3B-4B54-A6C7-69910702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9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5FF2-F902-4BFB-A78F-156209BE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C3CB1-2BC7-4274-9AA0-2A47E3EC0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1BFA6-6861-4770-BF50-C06D26E98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67B56-C243-4865-ACDE-9FDA4428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EF786-5DDD-4950-B8AB-F4136BB6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A6ACD-B7A6-4394-85A7-B3C34836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6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BF0A-507E-4BA1-B3DB-860AFF0D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1CC11-9D80-4928-8E35-414F2DAD9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B241C-5669-4BE0-A6B9-4458EF7F6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E6E6D-59F7-45EB-867D-269870D6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4F735-878E-437E-B93B-BEF5FD55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E3188-0D4A-45D1-8ED4-18AB8C63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06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2329-0183-48CE-AEDE-6D3778FC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69F24-6D55-4098-AE08-23823FEB9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FDC33-D95F-4611-A0A3-2283A669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2F7DE-EF21-4B4C-A77B-856A705C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7707E-6E13-48A0-AFA6-F5D2B2E3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6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B7A2E-DDA4-4A7D-BC34-42AB88BA1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06FD4-C9BA-47A5-B8FB-5A301A440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BCF14-924D-4187-9B7E-905822B9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49D68-0262-42CA-8BE7-CB590A8CD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414D-C0B6-4BC2-93C5-52B144DA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8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2E014-2A38-4929-A49D-5EDB0FF8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EFC27-0973-43B9-AD55-EA4A56863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238BA-5D14-4997-BA86-FA02E0379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279C2-9D45-43BD-82C3-97F2326DCA1E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7D300-A0C5-4EB3-B493-67482697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21D2E-D746-4727-844F-2111DB5CF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02452-217A-4818-BEB2-383A4F46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8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A23271-B10E-4E41-85E0-1183E557E618}"/>
              </a:ext>
            </a:extLst>
          </p:cNvPr>
          <p:cNvSpPr/>
          <p:nvPr/>
        </p:nvSpPr>
        <p:spPr>
          <a:xfrm>
            <a:off x="4663440" y="711200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Setup Loop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C0466D-DADA-4812-91B8-ABF5CC778AA0}"/>
              </a:ext>
            </a:extLst>
          </p:cNvPr>
          <p:cNvSpPr/>
          <p:nvPr/>
        </p:nvSpPr>
        <p:spPr>
          <a:xfrm>
            <a:off x="4663440" y="1649035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Loop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7E4EFE-A0CC-4F1A-B786-D8DCA96895A5}"/>
              </a:ext>
            </a:extLst>
          </p:cNvPr>
          <p:cNvSpPr/>
          <p:nvPr/>
        </p:nvSpPr>
        <p:spPr>
          <a:xfrm>
            <a:off x="1466966" y="3132843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Spot Lock Loop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AF209F-FFA2-44F1-A5ED-C44E2DEFDFA8}"/>
              </a:ext>
            </a:extLst>
          </p:cNvPr>
          <p:cNvSpPr/>
          <p:nvPr/>
        </p:nvSpPr>
        <p:spPr>
          <a:xfrm>
            <a:off x="7859912" y="3148290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 Tracking Loop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27F926-70E7-4948-AD04-4A62F4FB2340}"/>
              </a:ext>
            </a:extLst>
          </p:cNvPr>
          <p:cNvSpPr/>
          <p:nvPr/>
        </p:nvSpPr>
        <p:spPr>
          <a:xfrm>
            <a:off x="1466966" y="4537319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Adjust Spot Lock Position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AE551B-20B3-4DE6-8DAA-A76FC50C9E9A}"/>
              </a:ext>
            </a:extLst>
          </p:cNvPr>
          <p:cNvSpPr/>
          <p:nvPr/>
        </p:nvSpPr>
        <p:spPr>
          <a:xfrm>
            <a:off x="7080786" y="4583290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Adjust Path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F5B4C0-57BD-4A68-A9BA-F72336EF1070}"/>
              </a:ext>
            </a:extLst>
          </p:cNvPr>
          <p:cNvSpPr/>
          <p:nvPr/>
        </p:nvSpPr>
        <p:spPr>
          <a:xfrm>
            <a:off x="3755090" y="3156671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Manual speed change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BBFC2DE-E63D-454B-9C48-0FAB2726CCDA}"/>
              </a:ext>
            </a:extLst>
          </p:cNvPr>
          <p:cNvSpPr/>
          <p:nvPr/>
        </p:nvSpPr>
        <p:spPr>
          <a:xfrm rot="1930376">
            <a:off x="6580853" y="2396053"/>
            <a:ext cx="1094294" cy="407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872D87D-2B13-49A8-BE60-14953AFD10D7}"/>
              </a:ext>
            </a:extLst>
          </p:cNvPr>
          <p:cNvSpPr/>
          <p:nvPr/>
        </p:nvSpPr>
        <p:spPr>
          <a:xfrm rot="8787794">
            <a:off x="3236537" y="2389981"/>
            <a:ext cx="1037106" cy="390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505F6-7362-4A0F-8774-A337D8C83D81}"/>
              </a:ext>
            </a:extLst>
          </p:cNvPr>
          <p:cNvSpPr txBox="1"/>
          <p:nvPr/>
        </p:nvSpPr>
        <p:spPr>
          <a:xfrm>
            <a:off x="7313943" y="619826"/>
            <a:ext cx="4589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 I keep manual operation in the main loop??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EF34277-C916-4883-8E85-DCE9F177A7DB}"/>
              </a:ext>
            </a:extLst>
          </p:cNvPr>
          <p:cNvSpPr/>
          <p:nvPr/>
        </p:nvSpPr>
        <p:spPr>
          <a:xfrm>
            <a:off x="4864231" y="2359257"/>
            <a:ext cx="460364" cy="640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EA457DF-C780-47C8-9F38-CBC186E72E40}"/>
              </a:ext>
            </a:extLst>
          </p:cNvPr>
          <p:cNvSpPr/>
          <p:nvPr/>
        </p:nvSpPr>
        <p:spPr>
          <a:xfrm>
            <a:off x="1638837" y="3795675"/>
            <a:ext cx="460364" cy="640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B6D87430-46BE-44F6-B48F-CBF73149CAB7}"/>
              </a:ext>
            </a:extLst>
          </p:cNvPr>
          <p:cNvSpPr/>
          <p:nvPr/>
        </p:nvSpPr>
        <p:spPr>
          <a:xfrm>
            <a:off x="8034115" y="3803399"/>
            <a:ext cx="460364" cy="640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78E5792-75F4-43B6-A631-F45BD86EE871}"/>
              </a:ext>
            </a:extLst>
          </p:cNvPr>
          <p:cNvSpPr/>
          <p:nvPr/>
        </p:nvSpPr>
        <p:spPr>
          <a:xfrm rot="10800000">
            <a:off x="2347418" y="3795675"/>
            <a:ext cx="460364" cy="640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9B5080D-E9E1-4D7B-AD47-8060B4F9F776}"/>
              </a:ext>
            </a:extLst>
          </p:cNvPr>
          <p:cNvSpPr/>
          <p:nvPr/>
        </p:nvSpPr>
        <p:spPr>
          <a:xfrm rot="10800000">
            <a:off x="8831476" y="3795675"/>
            <a:ext cx="460364" cy="640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7168820A-4741-4D31-94A7-3DB9BF94E2DF}"/>
              </a:ext>
            </a:extLst>
          </p:cNvPr>
          <p:cNvSpPr/>
          <p:nvPr/>
        </p:nvSpPr>
        <p:spPr>
          <a:xfrm rot="10800000">
            <a:off x="5635679" y="2359257"/>
            <a:ext cx="460364" cy="640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CB1D0F2-1390-4A20-8203-D42A16326E31}"/>
              </a:ext>
            </a:extLst>
          </p:cNvPr>
          <p:cNvSpPr/>
          <p:nvPr/>
        </p:nvSpPr>
        <p:spPr>
          <a:xfrm rot="12856871">
            <a:off x="7150229" y="2155400"/>
            <a:ext cx="1094294" cy="407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B299EAA-F018-4FEB-A7F8-CAB315AEFA1C}"/>
              </a:ext>
            </a:extLst>
          </p:cNvPr>
          <p:cNvSpPr/>
          <p:nvPr/>
        </p:nvSpPr>
        <p:spPr>
          <a:xfrm rot="19524397">
            <a:off x="2782260" y="2163911"/>
            <a:ext cx="1037106" cy="390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EA3BA0-B21E-4AA6-9524-4F30603A5C3B}"/>
              </a:ext>
            </a:extLst>
          </p:cNvPr>
          <p:cNvSpPr/>
          <p:nvPr/>
        </p:nvSpPr>
        <p:spPr>
          <a:xfrm>
            <a:off x="5442565" y="3156672"/>
            <a:ext cx="1871378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Manual direction change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F91CF20-F7E3-40DE-B2E3-2EFB71FDBF3E}"/>
              </a:ext>
            </a:extLst>
          </p:cNvPr>
          <p:cNvSpPr/>
          <p:nvPr/>
        </p:nvSpPr>
        <p:spPr>
          <a:xfrm>
            <a:off x="8738176" y="4586316"/>
            <a:ext cx="1558251" cy="5614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Adjust Speed</a:t>
            </a:r>
          </a:p>
        </p:txBody>
      </p:sp>
    </p:spTree>
    <p:extLst>
      <p:ext uri="{BB962C8B-B14F-4D97-AF65-F5344CB8AC3E}">
        <p14:creationId xmlns:p14="http://schemas.microsoft.com/office/powerpoint/2010/main" val="35727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27A1-7DE6-4710-9996-74445A68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84B-C14F-45E3-8C18-B2346942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Inputs</a:t>
            </a:r>
          </a:p>
          <a:p>
            <a:pPr lvl="1"/>
            <a:r>
              <a:rPr lang="en-US" dirty="0"/>
              <a:t>Hand controller buttons</a:t>
            </a:r>
          </a:p>
          <a:p>
            <a:pPr lvl="2"/>
            <a:r>
              <a:rPr lang="en-US" dirty="0"/>
              <a:t>Power</a:t>
            </a:r>
          </a:p>
          <a:p>
            <a:pPr lvl="2"/>
            <a:r>
              <a:rPr lang="en-US" dirty="0"/>
              <a:t>Cancel</a:t>
            </a:r>
          </a:p>
          <a:p>
            <a:pPr lvl="2"/>
            <a:r>
              <a:rPr lang="en-US" dirty="0"/>
              <a:t>Navigate</a:t>
            </a:r>
          </a:p>
          <a:p>
            <a:pPr lvl="2"/>
            <a:r>
              <a:rPr lang="en-US" dirty="0"/>
              <a:t>Anchor</a:t>
            </a:r>
          </a:p>
          <a:p>
            <a:pPr lvl="2"/>
            <a:r>
              <a:rPr lang="en-US" dirty="0"/>
              <a:t>Forward</a:t>
            </a:r>
          </a:p>
          <a:p>
            <a:pPr lvl="2"/>
            <a:r>
              <a:rPr lang="en-US" dirty="0"/>
              <a:t>Right</a:t>
            </a:r>
          </a:p>
          <a:p>
            <a:pPr lvl="2"/>
            <a:r>
              <a:rPr lang="en-US" dirty="0"/>
              <a:t>Left</a:t>
            </a:r>
          </a:p>
          <a:p>
            <a:pPr lvl="2"/>
            <a:r>
              <a:rPr lang="en-US" dirty="0"/>
              <a:t>Back</a:t>
            </a:r>
          </a:p>
          <a:p>
            <a:pPr lvl="1"/>
            <a:r>
              <a:rPr lang="en-US" dirty="0"/>
              <a:t>Main box buttons</a:t>
            </a:r>
          </a:p>
          <a:p>
            <a:pPr lvl="2"/>
            <a:r>
              <a:rPr lang="en-US" dirty="0"/>
              <a:t>Menu</a:t>
            </a:r>
          </a:p>
          <a:p>
            <a:pPr lvl="2"/>
            <a:r>
              <a:rPr lang="en-US" dirty="0"/>
              <a:t>Select</a:t>
            </a:r>
          </a:p>
          <a:p>
            <a:pPr lvl="2"/>
            <a:r>
              <a:rPr lang="en-US" dirty="0"/>
              <a:t>Exit</a:t>
            </a:r>
          </a:p>
          <a:p>
            <a:pPr lvl="1"/>
            <a:r>
              <a:rPr lang="en-US" dirty="0"/>
              <a:t>Magnetometer (x2)</a:t>
            </a:r>
          </a:p>
          <a:p>
            <a:pPr lvl="1"/>
            <a:r>
              <a:rPr lang="en-US" dirty="0"/>
              <a:t>GPS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3D47-C5E8-479C-AF2D-4D410B1A88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Outputs</a:t>
            </a:r>
          </a:p>
          <a:p>
            <a:pPr lvl="1"/>
            <a:r>
              <a:rPr lang="en-US" dirty="0"/>
              <a:t>Hand controller screen</a:t>
            </a:r>
          </a:p>
          <a:p>
            <a:pPr lvl="1"/>
            <a:r>
              <a:rPr lang="en-US" dirty="0"/>
              <a:t>Main box screen</a:t>
            </a:r>
          </a:p>
          <a:p>
            <a:pPr lvl="1"/>
            <a:r>
              <a:rPr lang="en-US" dirty="0"/>
              <a:t>Motor turn</a:t>
            </a:r>
          </a:p>
          <a:p>
            <a:pPr lvl="1"/>
            <a:r>
              <a:rPr lang="en-US" dirty="0"/>
              <a:t>Motor Power</a:t>
            </a:r>
          </a:p>
        </p:txBody>
      </p:sp>
    </p:spTree>
    <p:extLst>
      <p:ext uri="{BB962C8B-B14F-4D97-AF65-F5344CB8AC3E}">
        <p14:creationId xmlns:p14="http://schemas.microsoft.com/office/powerpoint/2010/main" val="5801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27A1-7DE6-4710-9996-74445A68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Lock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84B-C14F-45E3-8C18-B2346942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3D47-C5E8-479C-AF2D-4D410B1A88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210661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27A1-7DE6-4710-9996-74445A68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84B-C14F-45E3-8C18-B2346942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3D47-C5E8-479C-AF2D-4D410B1A88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948238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27A1-7DE6-4710-9996-74445A68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speed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84B-C14F-45E3-8C18-B2346942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3D47-C5E8-479C-AF2D-4D410B1A88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176204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27A1-7DE6-4710-9996-74445A68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direction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84B-C14F-45E3-8C18-B2346942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3D47-C5E8-479C-AF2D-4D410B1A88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194109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27A1-7DE6-4710-9996-74445A68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84B-C14F-45E3-8C18-B2346942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3D47-C5E8-479C-AF2D-4D410B1A88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1825441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27A1-7DE6-4710-9996-74445A68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984B-C14F-45E3-8C18-B2346942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3D47-C5E8-479C-AF2D-4D410B1A88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533135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DE67-F2E2-4ACB-9009-9621CB46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OLED display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AF9BD-030F-429D-A9A1-0BDD9AC1E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09946"/>
            <a:ext cx="5157787" cy="4379717"/>
          </a:xfrm>
        </p:spPr>
        <p:txBody>
          <a:bodyPr/>
          <a:lstStyle/>
          <a:p>
            <a:r>
              <a:rPr lang="en-US" dirty="0"/>
              <a:t>Off</a:t>
            </a:r>
          </a:p>
          <a:p>
            <a:pPr lvl="1"/>
            <a:r>
              <a:rPr lang="en-US" dirty="0"/>
              <a:t>Power down display to increase life</a:t>
            </a:r>
          </a:p>
          <a:p>
            <a:r>
              <a:rPr lang="en-US" dirty="0"/>
              <a:t>Manual</a:t>
            </a:r>
          </a:p>
          <a:p>
            <a:pPr lvl="1"/>
            <a:r>
              <a:rPr lang="en-US" dirty="0"/>
              <a:t>Include heading</a:t>
            </a:r>
          </a:p>
          <a:p>
            <a:pPr lvl="1"/>
            <a:r>
              <a:rPr lang="en-US" dirty="0"/>
              <a:t>Speed</a:t>
            </a:r>
          </a:p>
          <a:p>
            <a:pPr lvl="1"/>
            <a:r>
              <a:rPr lang="en-US" dirty="0"/>
              <a:t>Motor output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A09AD-EA1C-4596-807E-75B94A07D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09946"/>
            <a:ext cx="5183188" cy="4379717"/>
          </a:xfrm>
        </p:spPr>
        <p:txBody>
          <a:bodyPr/>
          <a:lstStyle/>
          <a:p>
            <a:r>
              <a:rPr lang="en-US" dirty="0"/>
              <a:t>Navigation</a:t>
            </a:r>
          </a:p>
          <a:p>
            <a:pPr lvl="1"/>
            <a:r>
              <a:rPr lang="en-US" dirty="0"/>
              <a:t>Heading</a:t>
            </a:r>
          </a:p>
          <a:p>
            <a:pPr lvl="1"/>
            <a:r>
              <a:rPr lang="en-US" dirty="0"/>
              <a:t>Speed</a:t>
            </a:r>
          </a:p>
          <a:p>
            <a:pPr lvl="1"/>
            <a:r>
              <a:rPr lang="en-US" dirty="0"/>
              <a:t>Motor output</a:t>
            </a:r>
          </a:p>
          <a:p>
            <a:pPr lvl="1"/>
            <a:r>
              <a:rPr lang="en-US" dirty="0"/>
              <a:t>Distance from desired heading</a:t>
            </a:r>
          </a:p>
          <a:p>
            <a:r>
              <a:rPr lang="en-US" dirty="0"/>
              <a:t>Spot Lock</a:t>
            </a:r>
          </a:p>
          <a:p>
            <a:pPr lvl="1"/>
            <a:r>
              <a:rPr lang="en-US" dirty="0"/>
              <a:t>Distance from waypoint</a:t>
            </a:r>
          </a:p>
          <a:p>
            <a:pPr lvl="1"/>
            <a:r>
              <a:rPr lang="en-US" dirty="0"/>
              <a:t>Direction to waypoint</a:t>
            </a:r>
          </a:p>
          <a:p>
            <a:pPr lvl="1"/>
            <a:r>
              <a:rPr lang="en-US" dirty="0"/>
              <a:t>Boat heading</a:t>
            </a:r>
          </a:p>
          <a:p>
            <a:pPr lvl="1"/>
            <a:r>
              <a:rPr lang="en-US" dirty="0"/>
              <a:t>Motor output</a:t>
            </a:r>
          </a:p>
        </p:txBody>
      </p:sp>
    </p:spTree>
    <p:extLst>
      <p:ext uri="{BB962C8B-B14F-4D97-AF65-F5344CB8AC3E}">
        <p14:creationId xmlns:p14="http://schemas.microsoft.com/office/powerpoint/2010/main" val="217301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130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Main Loop</vt:lpstr>
      <vt:lpstr>Spot Lock Loop</vt:lpstr>
      <vt:lpstr>Path tracking</vt:lpstr>
      <vt:lpstr>Manual speed change</vt:lpstr>
      <vt:lpstr>Manual direction change</vt:lpstr>
      <vt:lpstr>PowerPoint Presentation</vt:lpstr>
      <vt:lpstr>PowerPoint Presentation</vt:lpstr>
      <vt:lpstr>OLED display modes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Baack</dc:creator>
  <cp:lastModifiedBy>Eric Baack</cp:lastModifiedBy>
  <cp:revision>8</cp:revision>
  <dcterms:created xsi:type="dcterms:W3CDTF">2021-07-26T15:23:26Z</dcterms:created>
  <dcterms:modified xsi:type="dcterms:W3CDTF">2022-03-29T18:02:28Z</dcterms:modified>
</cp:coreProperties>
</file>